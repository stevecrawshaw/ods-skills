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5" r:id="rId5"/>
    <p:sldId id="266" r:id="rId6"/>
    <p:sldId id="258" r:id="rId7"/>
    <p:sldId id="259" r:id="rId8"/>
    <p:sldId id="267" r:id="rId9"/>
    <p:sldId id="268" r:id="rId10"/>
    <p:sldId id="269" r:id="rId11"/>
    <p:sldId id="270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077A6D-A278-1A02-9C17-07F23AFDC8D5}" name="Emily Huggins" initials="EH" userId="S::Emily.Huggins@WestOfEngland-CA.gov.uk::7fb55c7f-66d8-41ce-a373-9c505b7d4e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CC87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8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FA66E3-0788-D710-569C-B0AE7B8EEA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0AA57-8102-ECD7-8AA5-4AE6499243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9F985-5936-BE41-89C9-DD0CAB8A34B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96BB5-4D9E-8DEC-3FAF-A88067651E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5969F-9625-DFA7-C20F-9E3373F9EB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E1C3E-6601-844B-B68A-0A81CEFFC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9695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39E1D-FEFF-B74F-BA43-4A647286CF2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A321C-B68D-F846-BBBF-1998B16B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3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st green title slide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03BEEE-40E6-ED88-AC55-BE7EF3DC6A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5027" y="4416425"/>
            <a:ext cx="3960812" cy="16560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5700A5-1C0B-FA1A-5846-6D527778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027" y="1346400"/>
            <a:ext cx="4392000" cy="2880000"/>
          </a:xfrm>
        </p:spPr>
        <p:txBody>
          <a:bodyPr anchor="b">
            <a:norm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35481"/>
            <a:ext cx="2072699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02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288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 Green title slid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0"/>
            <a:ext cx="62966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000" y="1346400"/>
            <a:ext cx="4392000" cy="2880000"/>
          </a:xfrm>
        </p:spPr>
        <p:txBody>
          <a:bodyPr anchor="b">
            <a:normAutofit/>
          </a:bodyPr>
          <a:lstStyle>
            <a:lvl1pPr algn="l">
              <a:defRPr sz="5000" b="1" i="0">
                <a:solidFill>
                  <a:schemeClr val="tx2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35481"/>
            <a:ext cx="2072699" cy="5076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C120FF-A03A-799A-F6A5-BE0652D299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8" y="4417200"/>
            <a:ext cx="3959225" cy="16560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5394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5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ch purple title slide 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000" y="1346400"/>
            <a:ext cx="4392000" cy="2880000"/>
          </a:xfrm>
        </p:spPr>
        <p:txBody>
          <a:bodyPr anchor="b">
            <a:normAutofit/>
          </a:bodyPr>
          <a:lstStyle>
            <a:lvl1pPr algn="l">
              <a:defRPr sz="50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35481"/>
            <a:ext cx="2072699" cy="5076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CB3E71-2EC9-DD6D-B566-0D91A3FAA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7" y="4417200"/>
            <a:ext cx="3960000" cy="16560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2228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5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ret title slide 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028" y="1346400"/>
            <a:ext cx="4392000" cy="2880000"/>
          </a:xfrm>
        </p:spPr>
        <p:txBody>
          <a:bodyPr anchor="b">
            <a:normAutofit/>
          </a:bodyPr>
          <a:lstStyle>
            <a:lvl1pPr algn="l">
              <a:defRPr sz="50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35481"/>
            <a:ext cx="2072699" cy="5076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8C7782-4616-1FCC-929B-CF53F77BA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8" y="4417200"/>
            <a:ext cx="3960000" cy="16560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8968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5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st green title slid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C4904AC-5853-0941-997A-975F25138D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101727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35481"/>
            <a:ext cx="2072699" cy="5076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C5700A5-1C0B-FA1A-5846-6D527778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027" y="1346400"/>
            <a:ext cx="5580000" cy="2880000"/>
          </a:xfrm>
        </p:spPr>
        <p:txBody>
          <a:bodyPr anchor="b">
            <a:norm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03BEEE-40E6-ED88-AC55-BE7EF3DC6A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5027" y="4416425"/>
            <a:ext cx="3960812" cy="16560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9306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40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 green title slid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7EC5E62-785D-371C-29A4-9B7DDD9C71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101727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000" y="1346400"/>
            <a:ext cx="5580000" cy="2880000"/>
          </a:xfrm>
        </p:spPr>
        <p:txBody>
          <a:bodyPr anchor="b">
            <a:normAutofit/>
          </a:bodyPr>
          <a:lstStyle>
            <a:lvl1pPr algn="l">
              <a:defRPr sz="50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35481"/>
            <a:ext cx="2072699" cy="5076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C120FF-A03A-799A-F6A5-BE0652D299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8" y="4417200"/>
            <a:ext cx="3959225" cy="16560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62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5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ch purple title slide B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4D60B5D-70B9-28E6-8F7C-CADAC16752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101727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000" y="1346400"/>
            <a:ext cx="5580000" cy="2880000"/>
          </a:xfrm>
        </p:spPr>
        <p:txBody>
          <a:bodyPr anchor="b">
            <a:normAutofit/>
          </a:bodyPr>
          <a:lstStyle>
            <a:lvl1pPr algn="l">
              <a:defRPr sz="50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35481"/>
            <a:ext cx="2072699" cy="5076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CB3E71-2EC9-DD6D-B566-0D91A3FAA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7" y="4417200"/>
            <a:ext cx="3960000" cy="16560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6559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5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ret title slide B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DED8F8-B4E0-8A11-0F2D-942CB6416E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101727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028" y="1346400"/>
            <a:ext cx="5580000" cy="2880000"/>
          </a:xfrm>
        </p:spPr>
        <p:txBody>
          <a:bodyPr anchor="b">
            <a:normAutofit/>
          </a:bodyPr>
          <a:lstStyle>
            <a:lvl1pPr algn="l">
              <a:defRPr sz="50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35481"/>
            <a:ext cx="2072699" cy="5076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8C7782-4616-1FCC-929B-CF53F77BA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8" y="4417200"/>
            <a:ext cx="3960000" cy="16560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7388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5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st gree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C086DB8-A346-143A-2D23-D498A9018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000" y="1346400"/>
            <a:ext cx="4320000" cy="2880000"/>
          </a:xfrm>
        </p:spPr>
        <p:txBody>
          <a:bodyPr anchor="b">
            <a:normAutofit/>
          </a:bodyPr>
          <a:lstStyle>
            <a:lvl1pPr algn="l">
              <a:defRPr sz="50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DA2D6A-5060-82BA-D7DB-C928BD25D2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14498" y="3239842"/>
            <a:ext cx="3560762" cy="3281362"/>
          </a:xfrm>
        </p:spPr>
        <p:txBody>
          <a:bodyPr lIns="0" tIns="0" rIns="0" bIns="0" anchor="b"/>
          <a:lstStyle>
            <a:lvl1pPr marL="0" indent="0" algn="r">
              <a:buNone/>
              <a:defRPr sz="20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0X</a:t>
            </a:r>
          </a:p>
        </p:txBody>
      </p:sp>
    </p:spTree>
    <p:extLst>
      <p:ext uri="{BB962C8B-B14F-4D97-AF65-F5344CB8AC3E}">
        <p14:creationId xmlns:p14="http://schemas.microsoft.com/office/powerpoint/2010/main" val="194419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ret 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C086DB8-A346-143A-2D23-D498A9018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000" y="1346400"/>
            <a:ext cx="4320000" cy="2880000"/>
          </a:xfrm>
        </p:spPr>
        <p:txBody>
          <a:bodyPr anchor="b">
            <a:normAutofit/>
          </a:bodyPr>
          <a:lstStyle>
            <a:lvl1pPr algn="l">
              <a:defRPr sz="50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DA2D6A-5060-82BA-D7DB-C928BD25D2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14498" y="3239842"/>
            <a:ext cx="3560762" cy="3281362"/>
          </a:xfrm>
        </p:spPr>
        <p:txBody>
          <a:bodyPr lIns="0" tIns="0" rIns="0" bIns="0" anchor="b"/>
          <a:lstStyle>
            <a:lvl1pPr marL="0" indent="0" algn="r">
              <a:buNone/>
              <a:defRPr sz="20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0X</a:t>
            </a:r>
          </a:p>
        </p:txBody>
      </p:sp>
    </p:spTree>
    <p:extLst>
      <p:ext uri="{BB962C8B-B14F-4D97-AF65-F5344CB8AC3E}">
        <p14:creationId xmlns:p14="http://schemas.microsoft.com/office/powerpoint/2010/main" val="2010458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ch purple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C086DB8-A346-143A-2D23-D498A9018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000" y="1346400"/>
            <a:ext cx="4320000" cy="2880000"/>
          </a:xfrm>
        </p:spPr>
        <p:txBody>
          <a:bodyPr anchor="b">
            <a:normAutofit/>
          </a:bodyPr>
          <a:lstStyle>
            <a:lvl1pPr algn="l">
              <a:defRPr sz="5000" b="1" i="0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DA2D6A-5060-82BA-D7DB-C928BD25D2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14498" y="3239842"/>
            <a:ext cx="3560762" cy="3281362"/>
          </a:xfrm>
        </p:spPr>
        <p:txBody>
          <a:bodyPr lIns="0" tIns="0" rIns="0" bIns="0" anchor="b"/>
          <a:lstStyle>
            <a:lvl1pPr marL="0" indent="0" algn="r">
              <a:buNone/>
              <a:defRPr sz="20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0X</a:t>
            </a:r>
          </a:p>
        </p:txBody>
      </p:sp>
    </p:spTree>
    <p:extLst>
      <p:ext uri="{BB962C8B-B14F-4D97-AF65-F5344CB8AC3E}">
        <p14:creationId xmlns:p14="http://schemas.microsoft.com/office/powerpoint/2010/main" val="2118415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5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ndscap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BDB3015-F4DF-B56C-7959-7B7FE5C99B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08F31-FEEF-64E9-EE64-448F402E7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83245-AE36-0EF3-014F-B3E7A16049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8" y="1260000"/>
            <a:ext cx="11160000" cy="5040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CFC7E-FA86-31B6-DAA9-84FE55C657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3998" y="2005200"/>
            <a:ext cx="5616000" cy="432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FC0CB4-A393-DC9A-FBA8-768D4AE2EDD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8520" y="2005012"/>
            <a:ext cx="5389482" cy="3592988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3686113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landscap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F6E4053-324C-558F-C6D1-FA5202414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08F31-FEEF-64E9-EE64-448F402E7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83245-AE36-0EF3-014F-B3E7A16049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8" y="1260000"/>
            <a:ext cx="11160000" cy="5040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CFC7E-FA86-31B6-DAA9-84FE55C657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3998" y="2005200"/>
            <a:ext cx="4525200" cy="432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FC0CB4-A393-DC9A-FBA8-768D4AE2EDD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298002" y="2005012"/>
            <a:ext cx="6480000" cy="4320000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685598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ortrait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2AA6B56-D984-899D-AE35-2E54ED3A6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08F31-FEEF-64E9-EE64-448F402E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7" y="428400"/>
            <a:ext cx="7556060" cy="7236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83245-AE36-0EF3-014F-B3E7A16049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8" y="1260000"/>
            <a:ext cx="7556060" cy="5040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CFC7E-FA86-31B6-DAA9-84FE55C657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3998" y="2005200"/>
            <a:ext cx="7556400" cy="432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FC0CB4-A393-DC9A-FBA8-768D4AE2EDD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328862" y="1152000"/>
            <a:ext cx="3448799" cy="5173200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4011724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text and portrait imag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C02DBFC-11DF-6C36-B1C1-BEEE3A23BF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E5937C-F051-256D-8B59-4ED4CBC7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9" y="428400"/>
            <a:ext cx="7428001" cy="7236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A8AE00-59FE-9D0A-5C7E-418BBF75AA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3998" y="1260000"/>
            <a:ext cx="7428002" cy="504000"/>
          </a:xfrm>
        </p:spPr>
        <p:txBody>
          <a:bodyPr/>
          <a:lstStyle>
            <a:lvl1pPr marL="0" indent="0">
              <a:buNone/>
              <a:defRPr sz="2800" b="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CD970F-A07C-9977-D488-BDAB29433040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199262" y="956999"/>
            <a:ext cx="3578400" cy="5367601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Add 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8B580E-7F84-17C3-9A0F-A80F686DB5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338" y="2005013"/>
            <a:ext cx="3492000" cy="4319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CDEFA1-F0E0-F965-F6EF-B2ACEA651A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49750" y="2005013"/>
            <a:ext cx="3492500" cy="4319587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990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C02DBFC-11DF-6C36-B1C1-BEEE3A23BF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E5937C-F051-256D-8B59-4ED4CBC7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F5C75-C0AB-9763-19B9-7643E1338A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8" y="2005200"/>
            <a:ext cx="3492000" cy="43200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A8AE00-59FE-9D0A-5C7E-418BBF75AA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3998" y="1260000"/>
            <a:ext cx="11160000" cy="504000"/>
          </a:xfrm>
        </p:spPr>
        <p:txBody>
          <a:bodyPr/>
          <a:lstStyle>
            <a:lvl1pPr marL="0" indent="0">
              <a:buNone/>
              <a:defRPr sz="2800" b="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94311E-B2CA-A2A7-E6CE-F7B4CCA428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98799" y="2005012"/>
            <a:ext cx="3492000" cy="4319587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AF45ED4-F41D-B37E-7311-D1213D2586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83260" y="2005013"/>
            <a:ext cx="3492000" cy="4319587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5529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c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C02DBFC-11DF-6C36-B1C1-BEEE3A23BF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E5937C-F051-256D-8B59-4ED4CBC7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F5C75-C0AB-9763-19B9-7643E1338A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8" y="2005200"/>
            <a:ext cx="2880000" cy="43200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A8AE00-59FE-9D0A-5C7E-418BBF75AA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3998" y="1260000"/>
            <a:ext cx="11160000" cy="504000"/>
          </a:xfrm>
        </p:spPr>
        <p:txBody>
          <a:bodyPr/>
          <a:lstStyle>
            <a:lvl1pPr marL="0" indent="0">
              <a:buNone/>
              <a:defRPr sz="2800" b="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94311E-B2CA-A2A7-E6CE-F7B4CCA428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21465" y="2005013"/>
            <a:ext cx="3312000" cy="19800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AF45ED4-F41D-B37E-7311-D1213D2586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65662" y="2005014"/>
            <a:ext cx="3312000" cy="19800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6563EE-0F82-D9B4-662B-CE540C700A8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3485366" y="2005013"/>
            <a:ext cx="540000" cy="54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CE27C61-3A45-EC51-98FC-22560755DCB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729564" y="2005013"/>
            <a:ext cx="540000" cy="54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7919588-5999-ADC9-97F8-D3F450DE70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21162" y="4344600"/>
            <a:ext cx="3311525" cy="198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47348DD9-5358-B365-2E1A-D41AF903E9B5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485366" y="4344600"/>
            <a:ext cx="540000" cy="54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2ECED80-3FD1-B434-03AE-C0BE189AAD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66138" y="4344600"/>
            <a:ext cx="3311525" cy="19800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F4018DC-1050-FD39-726B-D29A6438B3D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7729564" y="4344600"/>
            <a:ext cx="540000" cy="54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599437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s/ic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C02DBFC-11DF-6C36-B1C1-BEEE3A23BF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E5937C-F051-256D-8B59-4ED4CBC7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A8AE00-59FE-9D0A-5C7E-418BBF75AA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3998" y="1260000"/>
            <a:ext cx="11160000" cy="504000"/>
          </a:xfrm>
        </p:spPr>
        <p:txBody>
          <a:bodyPr/>
          <a:lstStyle>
            <a:lvl1pPr marL="0" indent="0">
              <a:buNone/>
              <a:defRPr sz="2800" b="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94311E-B2CA-A2A7-E6CE-F7B4CCA428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862" y="4365621"/>
            <a:ext cx="2664000" cy="189304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56563EE-0F82-D9B4-662B-CE540C700A8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13861" y="2005199"/>
            <a:ext cx="2663999" cy="211922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Add image or icon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A7473DCA-BF9B-59D1-31ED-9025A384C3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3955" y="4365621"/>
            <a:ext cx="2664000" cy="189304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47D7E1FE-AA78-DF57-0A1F-1E1868DC3851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3313954" y="2005199"/>
            <a:ext cx="2663999" cy="211922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image or icon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4160C5D-17F8-9A12-040F-742F49A522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4048" y="4365621"/>
            <a:ext cx="2664000" cy="189304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01BF540E-7366-FB13-A88C-52DAB52E2CBA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214047" y="2005199"/>
            <a:ext cx="2663999" cy="211922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image or icon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224A7DD-E191-BF59-92F6-8BF892E8E0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4141" y="4365621"/>
            <a:ext cx="2664000" cy="189304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344C7A53-4752-1A37-62A7-35147ADA3356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9114140" y="2005199"/>
            <a:ext cx="2663999" cy="211922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image or icon</a:t>
            </a:r>
          </a:p>
        </p:txBody>
      </p:sp>
    </p:spTree>
    <p:extLst>
      <p:ext uri="{BB962C8B-B14F-4D97-AF65-F5344CB8AC3E}">
        <p14:creationId xmlns:p14="http://schemas.microsoft.com/office/powerpoint/2010/main" val="37116904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ft green text and sta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32C30AA3-6B62-3260-D015-9A75985D5B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65B587-DA80-1297-485B-9916CFDE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FAD0E7-1001-DCE4-B393-32133DDA09F5}"/>
              </a:ext>
            </a:extLst>
          </p:cNvPr>
          <p:cNvSpPr/>
          <p:nvPr userDrawn="1"/>
        </p:nvSpPr>
        <p:spPr>
          <a:xfrm>
            <a:off x="390849" y="3254398"/>
            <a:ext cx="11160000" cy="2844000"/>
          </a:xfrm>
          <a:prstGeom prst="rect">
            <a:avLst/>
          </a:prstGeom>
          <a:solidFill>
            <a:srgbClr val="8FCC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E72F0-27D2-A0FE-2547-3CA2829A84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7" y="1260000"/>
            <a:ext cx="11160000" cy="5040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1BD2A6-B1E4-207C-5D9E-ACB0C946EC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4000" y="2005199"/>
            <a:ext cx="11160000" cy="1008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A9E58D-07DB-5D49-FAA8-59BBFB5C2C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000" y="3550444"/>
            <a:ext cx="3420000" cy="75600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pPr lvl="0"/>
            <a:r>
              <a:rPr lang="en-GB" dirty="0"/>
              <a:t>XXX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187A6E3-220E-8CF2-A577-87DD900EA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60849" y="3550444"/>
            <a:ext cx="3420000" cy="75600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pPr lvl="0"/>
            <a:r>
              <a:rPr lang="en-GB" dirty="0"/>
              <a:t>XXX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2D38FF4-5C91-AC8D-3E43-BF14D1F6DD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725" y="4532313"/>
            <a:ext cx="3421063" cy="11493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BC76D7D-2F03-4AF5-A88C-E68655D0A7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27698" y="3550444"/>
            <a:ext cx="3420000" cy="756000"/>
          </a:xfrm>
        </p:spPr>
        <p:txBody>
          <a:bodyPr anchor="b"/>
          <a:lstStyle>
            <a:lvl1pPr marL="0" indent="0">
              <a:buNone/>
              <a:defRPr sz="4000" b="1"/>
            </a:lvl1pPr>
          </a:lstStyle>
          <a:p>
            <a:pPr lvl="0"/>
            <a:r>
              <a:rPr lang="en-GB" dirty="0"/>
              <a:t>XXX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FBC6EE5-7AB6-BAD2-2B6F-7CEBC42FCC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61644" y="4532313"/>
            <a:ext cx="3419475" cy="11493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CA26161-27BA-B157-44B8-26FF89C1AD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27975" y="4532313"/>
            <a:ext cx="3419475" cy="11493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0581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ft caret text and sta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B90CDCE-D25B-7B69-A560-FAF1859E32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65B587-DA80-1297-485B-9916CFDE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FAD0E7-1001-DCE4-B393-32133DDA09F5}"/>
              </a:ext>
            </a:extLst>
          </p:cNvPr>
          <p:cNvSpPr/>
          <p:nvPr userDrawn="1"/>
        </p:nvSpPr>
        <p:spPr>
          <a:xfrm>
            <a:off x="390849" y="3254398"/>
            <a:ext cx="11160000" cy="284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E72F0-27D2-A0FE-2547-3CA2829A84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7" y="1260000"/>
            <a:ext cx="11160000" cy="5040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1BD2A6-B1E4-207C-5D9E-ACB0C946EC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4000" y="2005199"/>
            <a:ext cx="11160000" cy="1008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A9E58D-07DB-5D49-FAA8-59BBFB5C2C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000" y="3550444"/>
            <a:ext cx="3420000" cy="75600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XXX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187A6E3-220E-8CF2-A577-87DD900EA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60849" y="3550444"/>
            <a:ext cx="3420000" cy="75600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XXX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2D38FF4-5C91-AC8D-3E43-BF14D1F6DD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725" y="4532313"/>
            <a:ext cx="3421063" cy="11493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BC76D7D-2F03-4AF5-A88C-E68655D0A7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27698" y="3550444"/>
            <a:ext cx="3420000" cy="75600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XXX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FBC6EE5-7AB6-BAD2-2B6F-7CEBC42FCC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61644" y="4532313"/>
            <a:ext cx="3419475" cy="11493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CA26161-27BA-B157-44B8-26FF89C1AD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27975" y="4532313"/>
            <a:ext cx="3419475" cy="11493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84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ft purple text and sta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9361BAF-63AE-D956-F7C3-C68A9D0D18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65B587-DA80-1297-485B-9916CFDE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FAD0E7-1001-DCE4-B393-32133DDA09F5}"/>
              </a:ext>
            </a:extLst>
          </p:cNvPr>
          <p:cNvSpPr/>
          <p:nvPr userDrawn="1"/>
        </p:nvSpPr>
        <p:spPr>
          <a:xfrm>
            <a:off x="390849" y="3254398"/>
            <a:ext cx="11160000" cy="284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E72F0-27D2-A0FE-2547-3CA2829A84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7" y="1260000"/>
            <a:ext cx="11160000" cy="5040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1BD2A6-B1E4-207C-5D9E-ACB0C946EC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4000" y="2005199"/>
            <a:ext cx="11160000" cy="1008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A9E58D-07DB-5D49-FAA8-59BBFB5C2C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000" y="3550444"/>
            <a:ext cx="3420000" cy="75600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XXX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187A6E3-220E-8CF2-A577-87DD900EA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60849" y="3550444"/>
            <a:ext cx="3420000" cy="75600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XXX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2D38FF4-5C91-AC8D-3E43-BF14D1F6DD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725" y="4532313"/>
            <a:ext cx="3421063" cy="11493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BC76D7D-2F03-4AF5-A88C-E68655D0A7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27698" y="3550444"/>
            <a:ext cx="3420000" cy="756000"/>
          </a:xfr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XXX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FBC6EE5-7AB6-BAD2-2B6F-7CEBC42FCC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61644" y="4532313"/>
            <a:ext cx="3419475" cy="11493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CA26161-27BA-B157-44B8-26FF89C1AD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27975" y="4532313"/>
            <a:ext cx="3419475" cy="11493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54948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ft green quote and image slide">
    <p:bg>
      <p:bgPr>
        <a:solidFill>
          <a:srgbClr val="8FCC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070043"/>
            <a:ext cx="3852000" cy="4212000"/>
          </a:xfrm>
        </p:spPr>
        <p:txBody>
          <a:bodyPr anchor="t">
            <a:normAutofit/>
          </a:bodyPr>
          <a:lstStyle>
            <a:lvl1pPr algn="l">
              <a:defRPr sz="2800" b="0" i="0">
                <a:solidFill>
                  <a:schemeClr val="tx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 dirty="0"/>
              <a:t>“Add quote here.”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FEFB8A-3DFC-CA7E-3212-4A9827C9CF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51C46ED-E0D6-DD75-DB09-3AD586B378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36468" y="1070043"/>
            <a:ext cx="5112000" cy="4653728"/>
          </a:xfrm>
          <a:custGeom>
            <a:avLst/>
            <a:gdLst>
              <a:gd name="connsiteX0" fmla="*/ 0 w 5112000"/>
              <a:gd name="connsiteY0" fmla="*/ 0 h 4644000"/>
              <a:gd name="connsiteX1" fmla="*/ 5112000 w 5112000"/>
              <a:gd name="connsiteY1" fmla="*/ 0 h 4644000"/>
              <a:gd name="connsiteX2" fmla="*/ 5112000 w 5112000"/>
              <a:gd name="connsiteY2" fmla="*/ 4644000 h 4644000"/>
              <a:gd name="connsiteX3" fmla="*/ 0 w 5112000"/>
              <a:gd name="connsiteY3" fmla="*/ 4644000 h 4644000"/>
              <a:gd name="connsiteX4" fmla="*/ 0 w 5112000"/>
              <a:gd name="connsiteY4" fmla="*/ 0 h 4644000"/>
              <a:gd name="connsiteX0" fmla="*/ 1050587 w 5112000"/>
              <a:gd name="connsiteY0" fmla="*/ 0 h 4653728"/>
              <a:gd name="connsiteX1" fmla="*/ 5112000 w 5112000"/>
              <a:gd name="connsiteY1" fmla="*/ 9728 h 4653728"/>
              <a:gd name="connsiteX2" fmla="*/ 5112000 w 5112000"/>
              <a:gd name="connsiteY2" fmla="*/ 4653728 h 4653728"/>
              <a:gd name="connsiteX3" fmla="*/ 0 w 5112000"/>
              <a:gd name="connsiteY3" fmla="*/ 4653728 h 4653728"/>
              <a:gd name="connsiteX4" fmla="*/ 1050587 w 5112000"/>
              <a:gd name="connsiteY4" fmla="*/ 0 h 4653728"/>
              <a:gd name="connsiteX0" fmla="*/ 1026733 w 5112000"/>
              <a:gd name="connsiteY0" fmla="*/ 0 h 4653728"/>
              <a:gd name="connsiteX1" fmla="*/ 5112000 w 5112000"/>
              <a:gd name="connsiteY1" fmla="*/ 9728 h 4653728"/>
              <a:gd name="connsiteX2" fmla="*/ 5112000 w 5112000"/>
              <a:gd name="connsiteY2" fmla="*/ 4653728 h 4653728"/>
              <a:gd name="connsiteX3" fmla="*/ 0 w 5112000"/>
              <a:gd name="connsiteY3" fmla="*/ 4653728 h 4653728"/>
              <a:gd name="connsiteX4" fmla="*/ 1026733 w 5112000"/>
              <a:gd name="connsiteY4" fmla="*/ 0 h 4653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12000" h="4653728">
                <a:moveTo>
                  <a:pt x="1026733" y="0"/>
                </a:moveTo>
                <a:lnTo>
                  <a:pt x="5112000" y="9728"/>
                </a:lnTo>
                <a:lnTo>
                  <a:pt x="5112000" y="4653728"/>
                </a:lnTo>
                <a:lnTo>
                  <a:pt x="0" y="4653728"/>
                </a:lnTo>
                <a:lnTo>
                  <a:pt x="1026733" y="0"/>
                </a:lnTo>
                <a:close/>
              </a:path>
            </a:pathLst>
          </a:custGeo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2282477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25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ft claret quote and imag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070043"/>
            <a:ext cx="3852000" cy="4212000"/>
          </a:xfrm>
        </p:spPr>
        <p:txBody>
          <a:bodyPr anchor="t">
            <a:normAutofit/>
          </a:bodyPr>
          <a:lstStyle>
            <a:lvl1pPr algn="l">
              <a:defRPr sz="2800" b="0" i="0">
                <a:solidFill>
                  <a:schemeClr val="tx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 dirty="0"/>
              <a:t>“Add quote here.”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FEFB8A-3DFC-CA7E-3212-4A9827C9CF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51C46ED-E0D6-DD75-DB09-3AD586B378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36468" y="1070043"/>
            <a:ext cx="5112000" cy="4653728"/>
          </a:xfrm>
          <a:custGeom>
            <a:avLst/>
            <a:gdLst>
              <a:gd name="connsiteX0" fmla="*/ 0 w 5112000"/>
              <a:gd name="connsiteY0" fmla="*/ 0 h 4644000"/>
              <a:gd name="connsiteX1" fmla="*/ 5112000 w 5112000"/>
              <a:gd name="connsiteY1" fmla="*/ 0 h 4644000"/>
              <a:gd name="connsiteX2" fmla="*/ 5112000 w 5112000"/>
              <a:gd name="connsiteY2" fmla="*/ 4644000 h 4644000"/>
              <a:gd name="connsiteX3" fmla="*/ 0 w 5112000"/>
              <a:gd name="connsiteY3" fmla="*/ 4644000 h 4644000"/>
              <a:gd name="connsiteX4" fmla="*/ 0 w 5112000"/>
              <a:gd name="connsiteY4" fmla="*/ 0 h 4644000"/>
              <a:gd name="connsiteX0" fmla="*/ 1050587 w 5112000"/>
              <a:gd name="connsiteY0" fmla="*/ 0 h 4653728"/>
              <a:gd name="connsiteX1" fmla="*/ 5112000 w 5112000"/>
              <a:gd name="connsiteY1" fmla="*/ 9728 h 4653728"/>
              <a:gd name="connsiteX2" fmla="*/ 5112000 w 5112000"/>
              <a:gd name="connsiteY2" fmla="*/ 4653728 h 4653728"/>
              <a:gd name="connsiteX3" fmla="*/ 0 w 5112000"/>
              <a:gd name="connsiteY3" fmla="*/ 4653728 h 4653728"/>
              <a:gd name="connsiteX4" fmla="*/ 1050587 w 5112000"/>
              <a:gd name="connsiteY4" fmla="*/ 0 h 4653728"/>
              <a:gd name="connsiteX0" fmla="*/ 1026733 w 5112000"/>
              <a:gd name="connsiteY0" fmla="*/ 0 h 4653728"/>
              <a:gd name="connsiteX1" fmla="*/ 5112000 w 5112000"/>
              <a:gd name="connsiteY1" fmla="*/ 9728 h 4653728"/>
              <a:gd name="connsiteX2" fmla="*/ 5112000 w 5112000"/>
              <a:gd name="connsiteY2" fmla="*/ 4653728 h 4653728"/>
              <a:gd name="connsiteX3" fmla="*/ 0 w 5112000"/>
              <a:gd name="connsiteY3" fmla="*/ 4653728 h 4653728"/>
              <a:gd name="connsiteX4" fmla="*/ 1026733 w 5112000"/>
              <a:gd name="connsiteY4" fmla="*/ 0 h 4653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12000" h="4653728">
                <a:moveTo>
                  <a:pt x="1026733" y="0"/>
                </a:moveTo>
                <a:lnTo>
                  <a:pt x="5112000" y="9728"/>
                </a:lnTo>
                <a:lnTo>
                  <a:pt x="5112000" y="4653728"/>
                </a:lnTo>
                <a:lnTo>
                  <a:pt x="0" y="4653728"/>
                </a:lnTo>
                <a:lnTo>
                  <a:pt x="1026733" y="0"/>
                </a:lnTo>
                <a:close/>
              </a:path>
            </a:pathLst>
          </a:custGeo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1046527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25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ft purple quote and imag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3B025A5-9360-0551-463F-B5851FE9892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A739-6C04-2538-7A3C-024F19CD10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070043"/>
            <a:ext cx="3852000" cy="4212000"/>
          </a:xfrm>
        </p:spPr>
        <p:txBody>
          <a:bodyPr anchor="t">
            <a:normAutofit/>
          </a:bodyPr>
          <a:lstStyle>
            <a:lvl1pPr algn="l">
              <a:defRPr sz="2800" b="0" i="0">
                <a:solidFill>
                  <a:schemeClr val="tx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GB" dirty="0"/>
              <a:t>“Add quote here.”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FEFB8A-3DFC-CA7E-3212-4A9827C9CF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1677" y="336796"/>
            <a:ext cx="1253583" cy="3070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51C46ED-E0D6-DD75-DB09-3AD586B378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36468" y="1070043"/>
            <a:ext cx="5112000" cy="4653728"/>
          </a:xfrm>
          <a:custGeom>
            <a:avLst/>
            <a:gdLst>
              <a:gd name="connsiteX0" fmla="*/ 0 w 5112000"/>
              <a:gd name="connsiteY0" fmla="*/ 0 h 4644000"/>
              <a:gd name="connsiteX1" fmla="*/ 5112000 w 5112000"/>
              <a:gd name="connsiteY1" fmla="*/ 0 h 4644000"/>
              <a:gd name="connsiteX2" fmla="*/ 5112000 w 5112000"/>
              <a:gd name="connsiteY2" fmla="*/ 4644000 h 4644000"/>
              <a:gd name="connsiteX3" fmla="*/ 0 w 5112000"/>
              <a:gd name="connsiteY3" fmla="*/ 4644000 h 4644000"/>
              <a:gd name="connsiteX4" fmla="*/ 0 w 5112000"/>
              <a:gd name="connsiteY4" fmla="*/ 0 h 4644000"/>
              <a:gd name="connsiteX0" fmla="*/ 1050587 w 5112000"/>
              <a:gd name="connsiteY0" fmla="*/ 0 h 4653728"/>
              <a:gd name="connsiteX1" fmla="*/ 5112000 w 5112000"/>
              <a:gd name="connsiteY1" fmla="*/ 9728 h 4653728"/>
              <a:gd name="connsiteX2" fmla="*/ 5112000 w 5112000"/>
              <a:gd name="connsiteY2" fmla="*/ 4653728 h 4653728"/>
              <a:gd name="connsiteX3" fmla="*/ 0 w 5112000"/>
              <a:gd name="connsiteY3" fmla="*/ 4653728 h 4653728"/>
              <a:gd name="connsiteX4" fmla="*/ 1050587 w 5112000"/>
              <a:gd name="connsiteY4" fmla="*/ 0 h 4653728"/>
              <a:gd name="connsiteX0" fmla="*/ 1026733 w 5112000"/>
              <a:gd name="connsiteY0" fmla="*/ 0 h 4653728"/>
              <a:gd name="connsiteX1" fmla="*/ 5112000 w 5112000"/>
              <a:gd name="connsiteY1" fmla="*/ 9728 h 4653728"/>
              <a:gd name="connsiteX2" fmla="*/ 5112000 w 5112000"/>
              <a:gd name="connsiteY2" fmla="*/ 4653728 h 4653728"/>
              <a:gd name="connsiteX3" fmla="*/ 0 w 5112000"/>
              <a:gd name="connsiteY3" fmla="*/ 4653728 h 4653728"/>
              <a:gd name="connsiteX4" fmla="*/ 1026733 w 5112000"/>
              <a:gd name="connsiteY4" fmla="*/ 0 h 4653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12000" h="4653728">
                <a:moveTo>
                  <a:pt x="1026733" y="0"/>
                </a:moveTo>
                <a:lnTo>
                  <a:pt x="5112000" y="9728"/>
                </a:lnTo>
                <a:lnTo>
                  <a:pt x="5112000" y="4653728"/>
                </a:lnTo>
                <a:lnTo>
                  <a:pt x="0" y="4653728"/>
                </a:lnTo>
                <a:lnTo>
                  <a:pt x="1026733" y="0"/>
                </a:lnTo>
                <a:close/>
              </a:path>
            </a:pathLst>
          </a:custGeo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380298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25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st green back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D899D3-129A-B303-2611-80B582F8CE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0172700" cy="686657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950444"/>
            <a:ext cx="2072699" cy="50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8B0760-0304-7E87-6E89-7C9C89C5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346400"/>
            <a:ext cx="5580000" cy="2952000"/>
          </a:xfrm>
        </p:spPr>
        <p:txBody>
          <a:bodyPr anchor="b">
            <a:norm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770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ret back cov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D899D3-129A-B303-2611-80B582F8CE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0172700" cy="686657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950444"/>
            <a:ext cx="2072699" cy="50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8B0760-0304-7E87-6E89-7C9C89C5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346400"/>
            <a:ext cx="5580000" cy="2952000"/>
          </a:xfrm>
        </p:spPr>
        <p:txBody>
          <a:bodyPr anchor="b">
            <a:norm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7683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ch purple back cov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D899D3-129A-B303-2611-80B582F8CE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0172700" cy="686657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F9D2A56-68FA-5F34-4EF4-CA6193C171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590" y="5950444"/>
            <a:ext cx="2072699" cy="50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8B0760-0304-7E87-6E89-7C9C89C5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346400"/>
            <a:ext cx="5580000" cy="2952000"/>
          </a:xfrm>
        </p:spPr>
        <p:txBody>
          <a:bodyPr anchor="b">
            <a:norm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1550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702DA-2379-1212-FB99-C7026E6B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9" y="428400"/>
            <a:ext cx="9540000" cy="72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63950-6B1A-491D-80ED-C1D69165D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000" y="1980000"/>
            <a:ext cx="8639999" cy="403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78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4" r:id="rId2"/>
    <p:sldLayoutId id="2147483665" r:id="rId3"/>
    <p:sldLayoutId id="2147483666" r:id="rId4"/>
    <p:sldLayoutId id="2147483678" r:id="rId5"/>
    <p:sldLayoutId id="2147483679" r:id="rId6"/>
    <p:sldLayoutId id="2147483680" r:id="rId7"/>
    <p:sldLayoutId id="2147483681" r:id="rId8"/>
    <p:sldLayoutId id="2147483670" r:id="rId9"/>
    <p:sldLayoutId id="2147483683" r:id="rId10"/>
    <p:sldLayoutId id="2147483684" r:id="rId11"/>
    <p:sldLayoutId id="2147483688" r:id="rId12"/>
    <p:sldLayoutId id="2147483689" r:id="rId13"/>
    <p:sldLayoutId id="2147483690" r:id="rId14"/>
    <p:sldLayoutId id="2147483691" r:id="rId15"/>
    <p:sldLayoutId id="2147483682" r:id="rId16"/>
    <p:sldLayoutId id="2147483695" r:id="rId17"/>
    <p:sldLayoutId id="2147483696" r:id="rId18"/>
    <p:sldLayoutId id="2147483685" r:id="rId19"/>
    <p:sldLayoutId id="2147483686" r:id="rId20"/>
    <p:sldLayoutId id="2147483687" r:id="rId21"/>
    <p:sldLayoutId id="2147483697" r:id="rId22"/>
    <p:sldLayoutId id="2147483698" r:id="rId23"/>
    <p:sldLayoutId id="2147483699" r:id="rId24"/>
    <p:sldLayoutId id="2147483667" r:id="rId25"/>
    <p:sldLayoutId id="2147483693" r:id="rId26"/>
    <p:sldLayoutId id="2147483692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 cap="none" spc="0">
          <a:ln w="0"/>
          <a:solidFill>
            <a:schemeClr val="tx1"/>
          </a:solidFill>
          <a:effectLst/>
          <a:latin typeface="Trebuchet MS" panose="020B070302020209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 cap="none" spc="0">
          <a:ln w="0"/>
          <a:solidFill>
            <a:schemeClr val="tx1"/>
          </a:solidFill>
          <a:effectLst/>
          <a:latin typeface="Trebuchet MS" panose="020B0703020202090204" pitchFamily="34" charset="0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 cap="none" spc="0">
          <a:ln w="0"/>
          <a:solidFill>
            <a:schemeClr val="tx1"/>
          </a:solidFill>
          <a:effectLst/>
          <a:latin typeface="Trebuchet MS" panose="020B0703020202090204" pitchFamily="34" charset="0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 cap="none" spc="0">
          <a:ln w="0"/>
          <a:solidFill>
            <a:schemeClr val="tx1"/>
          </a:solidFill>
          <a:effectLst/>
          <a:latin typeface="Trebuchet MS" panose="020B0703020202090204" pitchFamily="34" charset="0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 cap="none" spc="0">
          <a:ln w="0"/>
          <a:solidFill>
            <a:schemeClr val="tx1"/>
          </a:solidFill>
          <a:effectLst/>
          <a:latin typeface="Trebuchet MS" panose="020B0703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949CF9-C557-F38A-C5DF-499E975737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10901D-AAB3-28F8-AE4C-A018D005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285ED5B-18E7-A8E0-029D-A2184FBBC3C0}"/>
              </a:ext>
            </a:extLst>
          </p:cNvPr>
          <p:cNvSpPr/>
          <p:nvPr/>
        </p:nvSpPr>
        <p:spPr>
          <a:xfrm>
            <a:off x="4583863" y="0"/>
            <a:ext cx="7608887" cy="6858000"/>
          </a:xfrm>
          <a:custGeom>
            <a:avLst/>
            <a:gdLst>
              <a:gd name="connsiteX0" fmla="*/ 0 w 7608887"/>
              <a:gd name="connsiteY0" fmla="*/ 0 h 6858000"/>
              <a:gd name="connsiteX1" fmla="*/ 7608887 w 7608887"/>
              <a:gd name="connsiteY1" fmla="*/ 0 h 6858000"/>
              <a:gd name="connsiteX2" fmla="*/ 7608887 w 7608887"/>
              <a:gd name="connsiteY2" fmla="*/ 6858000 h 6858000"/>
              <a:gd name="connsiteX3" fmla="*/ 0 w 7608887"/>
              <a:gd name="connsiteY3" fmla="*/ 6858000 h 6858000"/>
              <a:gd name="connsiteX4" fmla="*/ 0 w 7608887"/>
              <a:gd name="connsiteY4" fmla="*/ 0 h 6858000"/>
              <a:gd name="connsiteX0" fmla="*/ 1514475 w 7608887"/>
              <a:gd name="connsiteY0" fmla="*/ 0 h 6858000"/>
              <a:gd name="connsiteX1" fmla="*/ 7608887 w 7608887"/>
              <a:gd name="connsiteY1" fmla="*/ 0 h 6858000"/>
              <a:gd name="connsiteX2" fmla="*/ 7608887 w 7608887"/>
              <a:gd name="connsiteY2" fmla="*/ 6858000 h 6858000"/>
              <a:gd name="connsiteX3" fmla="*/ 0 w 7608887"/>
              <a:gd name="connsiteY3" fmla="*/ 6858000 h 6858000"/>
              <a:gd name="connsiteX4" fmla="*/ 1514475 w 7608887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8887" h="6858000">
                <a:moveTo>
                  <a:pt x="1514475" y="0"/>
                </a:moveTo>
                <a:lnTo>
                  <a:pt x="7608887" y="0"/>
                </a:lnTo>
                <a:lnTo>
                  <a:pt x="7608887" y="6858000"/>
                </a:lnTo>
                <a:lnTo>
                  <a:pt x="0" y="6858000"/>
                </a:lnTo>
                <a:lnTo>
                  <a:pt x="1514475" y="0"/>
                </a:lnTo>
                <a:close/>
              </a:path>
            </a:pathLst>
          </a:custGeom>
          <a:blipFill>
            <a:blip r:embed="rId2"/>
            <a:stretch>
              <a:fillRect t="-991" r="-99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B1B7A-A8C8-8A72-7CE9-DDDD6DB8E7D0}"/>
              </a:ext>
            </a:extLst>
          </p:cNvPr>
          <p:cNvSpPr txBox="1"/>
          <p:nvPr/>
        </p:nvSpPr>
        <p:spPr>
          <a:xfrm>
            <a:off x="12400774" y="0"/>
            <a:ext cx="3336893" cy="34916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08000" rIns="180000" bIns="180000">
            <a:spAutoFit/>
          </a:bodyPr>
          <a:lstStyle/>
          <a:p>
            <a:r>
              <a:rPr lang="en-US" sz="1600" dirty="0"/>
              <a:t>To add an image into the placeholder shape follow </a:t>
            </a:r>
            <a:br>
              <a:rPr lang="en-US" sz="1600" dirty="0"/>
            </a:br>
            <a:r>
              <a:rPr lang="en-US" sz="1600" dirty="0"/>
              <a:t>the steps below.</a:t>
            </a:r>
          </a:p>
          <a:p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Click on the shape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Select ‘Shape Format’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Select ‘Picture or texture fill’ within the ‘Fill’ Tab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Under ‘Picture Source’ select your chosen image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Use the crop tool to adjust the position and size of your image</a:t>
            </a:r>
          </a:p>
        </p:txBody>
      </p:sp>
    </p:spTree>
    <p:extLst>
      <p:ext uri="{BB962C8B-B14F-4D97-AF65-F5344CB8AC3E}">
        <p14:creationId xmlns:p14="http://schemas.microsoft.com/office/powerpoint/2010/main" val="2098620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FF63-77EA-13D3-9EF8-B77BCF97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1C281-D93A-C0FA-AFFF-1191B2676E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9267A15-B08F-6CF2-7DD9-BDAF917BDA98}"/>
              </a:ext>
            </a:extLst>
          </p:cNvPr>
          <p:cNvSpPr/>
          <p:nvPr/>
        </p:nvSpPr>
        <p:spPr>
          <a:xfrm>
            <a:off x="4583113" y="0"/>
            <a:ext cx="7608887" cy="6858000"/>
          </a:xfrm>
          <a:custGeom>
            <a:avLst/>
            <a:gdLst>
              <a:gd name="connsiteX0" fmla="*/ 0 w 7608887"/>
              <a:gd name="connsiteY0" fmla="*/ 0 h 6858000"/>
              <a:gd name="connsiteX1" fmla="*/ 7608887 w 7608887"/>
              <a:gd name="connsiteY1" fmla="*/ 0 h 6858000"/>
              <a:gd name="connsiteX2" fmla="*/ 7608887 w 7608887"/>
              <a:gd name="connsiteY2" fmla="*/ 6858000 h 6858000"/>
              <a:gd name="connsiteX3" fmla="*/ 0 w 7608887"/>
              <a:gd name="connsiteY3" fmla="*/ 6858000 h 6858000"/>
              <a:gd name="connsiteX4" fmla="*/ 0 w 7608887"/>
              <a:gd name="connsiteY4" fmla="*/ 0 h 6858000"/>
              <a:gd name="connsiteX0" fmla="*/ 1514475 w 7608887"/>
              <a:gd name="connsiteY0" fmla="*/ 0 h 6858000"/>
              <a:gd name="connsiteX1" fmla="*/ 7608887 w 7608887"/>
              <a:gd name="connsiteY1" fmla="*/ 0 h 6858000"/>
              <a:gd name="connsiteX2" fmla="*/ 7608887 w 7608887"/>
              <a:gd name="connsiteY2" fmla="*/ 6858000 h 6858000"/>
              <a:gd name="connsiteX3" fmla="*/ 0 w 7608887"/>
              <a:gd name="connsiteY3" fmla="*/ 6858000 h 6858000"/>
              <a:gd name="connsiteX4" fmla="*/ 1514475 w 7608887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8887" h="6858000">
                <a:moveTo>
                  <a:pt x="1514475" y="0"/>
                </a:moveTo>
                <a:lnTo>
                  <a:pt x="7608887" y="0"/>
                </a:lnTo>
                <a:lnTo>
                  <a:pt x="7608887" y="6858000"/>
                </a:lnTo>
                <a:lnTo>
                  <a:pt x="0" y="6858000"/>
                </a:lnTo>
                <a:lnTo>
                  <a:pt x="1514475" y="0"/>
                </a:lnTo>
                <a:close/>
              </a:path>
            </a:pathLst>
          </a:custGeom>
          <a:blipFill>
            <a:blip r:embed="rId2"/>
            <a:stretch>
              <a:fillRect t="-991" r="-99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04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A55E-D524-EAD8-6788-6FB6C03C96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375E6-0788-0049-9449-350D460EA2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AE46D71-2C07-154C-575A-0C489C34EB82}"/>
              </a:ext>
            </a:extLst>
          </p:cNvPr>
          <p:cNvSpPr/>
          <p:nvPr/>
        </p:nvSpPr>
        <p:spPr>
          <a:xfrm>
            <a:off x="4583113" y="0"/>
            <a:ext cx="7608887" cy="6858000"/>
          </a:xfrm>
          <a:custGeom>
            <a:avLst/>
            <a:gdLst>
              <a:gd name="connsiteX0" fmla="*/ 0 w 7608887"/>
              <a:gd name="connsiteY0" fmla="*/ 0 h 6858000"/>
              <a:gd name="connsiteX1" fmla="*/ 7608887 w 7608887"/>
              <a:gd name="connsiteY1" fmla="*/ 0 h 6858000"/>
              <a:gd name="connsiteX2" fmla="*/ 7608887 w 7608887"/>
              <a:gd name="connsiteY2" fmla="*/ 6858000 h 6858000"/>
              <a:gd name="connsiteX3" fmla="*/ 0 w 7608887"/>
              <a:gd name="connsiteY3" fmla="*/ 6858000 h 6858000"/>
              <a:gd name="connsiteX4" fmla="*/ 0 w 7608887"/>
              <a:gd name="connsiteY4" fmla="*/ 0 h 6858000"/>
              <a:gd name="connsiteX0" fmla="*/ 1514475 w 7608887"/>
              <a:gd name="connsiteY0" fmla="*/ 0 h 6858000"/>
              <a:gd name="connsiteX1" fmla="*/ 7608887 w 7608887"/>
              <a:gd name="connsiteY1" fmla="*/ 0 h 6858000"/>
              <a:gd name="connsiteX2" fmla="*/ 7608887 w 7608887"/>
              <a:gd name="connsiteY2" fmla="*/ 6858000 h 6858000"/>
              <a:gd name="connsiteX3" fmla="*/ 0 w 7608887"/>
              <a:gd name="connsiteY3" fmla="*/ 6858000 h 6858000"/>
              <a:gd name="connsiteX4" fmla="*/ 1514475 w 7608887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8887" h="6858000">
                <a:moveTo>
                  <a:pt x="1514475" y="0"/>
                </a:moveTo>
                <a:lnTo>
                  <a:pt x="7608887" y="0"/>
                </a:lnTo>
                <a:lnTo>
                  <a:pt x="7608887" y="6858000"/>
                </a:lnTo>
                <a:lnTo>
                  <a:pt x="0" y="6858000"/>
                </a:lnTo>
                <a:lnTo>
                  <a:pt x="1514475" y="0"/>
                </a:lnTo>
                <a:close/>
              </a:path>
            </a:pathLst>
          </a:custGeom>
          <a:blipFill>
            <a:blip r:embed="rId2"/>
            <a:stretch>
              <a:fillRect t="-991" r="-99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31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4029-9720-C492-AD19-375D59ECF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4F2E9-A73F-3C60-1D01-B7262E38A2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849A92F-239D-1B82-CCDE-E0D54ED252DB}"/>
              </a:ext>
            </a:extLst>
          </p:cNvPr>
          <p:cNvSpPr/>
          <p:nvPr/>
        </p:nvSpPr>
        <p:spPr>
          <a:xfrm>
            <a:off x="4583113" y="0"/>
            <a:ext cx="7608887" cy="6858000"/>
          </a:xfrm>
          <a:custGeom>
            <a:avLst/>
            <a:gdLst>
              <a:gd name="connsiteX0" fmla="*/ 0 w 7608887"/>
              <a:gd name="connsiteY0" fmla="*/ 0 h 6858000"/>
              <a:gd name="connsiteX1" fmla="*/ 7608887 w 7608887"/>
              <a:gd name="connsiteY1" fmla="*/ 0 h 6858000"/>
              <a:gd name="connsiteX2" fmla="*/ 7608887 w 7608887"/>
              <a:gd name="connsiteY2" fmla="*/ 6858000 h 6858000"/>
              <a:gd name="connsiteX3" fmla="*/ 0 w 7608887"/>
              <a:gd name="connsiteY3" fmla="*/ 6858000 h 6858000"/>
              <a:gd name="connsiteX4" fmla="*/ 0 w 7608887"/>
              <a:gd name="connsiteY4" fmla="*/ 0 h 6858000"/>
              <a:gd name="connsiteX0" fmla="*/ 1514475 w 7608887"/>
              <a:gd name="connsiteY0" fmla="*/ 0 h 6858000"/>
              <a:gd name="connsiteX1" fmla="*/ 7608887 w 7608887"/>
              <a:gd name="connsiteY1" fmla="*/ 0 h 6858000"/>
              <a:gd name="connsiteX2" fmla="*/ 7608887 w 7608887"/>
              <a:gd name="connsiteY2" fmla="*/ 6858000 h 6858000"/>
              <a:gd name="connsiteX3" fmla="*/ 0 w 7608887"/>
              <a:gd name="connsiteY3" fmla="*/ 6858000 h 6858000"/>
              <a:gd name="connsiteX4" fmla="*/ 1514475 w 7608887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8887" h="6858000">
                <a:moveTo>
                  <a:pt x="1514475" y="0"/>
                </a:moveTo>
                <a:lnTo>
                  <a:pt x="7608887" y="0"/>
                </a:lnTo>
                <a:lnTo>
                  <a:pt x="7608887" y="6858000"/>
                </a:lnTo>
                <a:lnTo>
                  <a:pt x="0" y="6858000"/>
                </a:lnTo>
                <a:lnTo>
                  <a:pt x="1514475" y="0"/>
                </a:lnTo>
                <a:close/>
              </a:path>
            </a:pathLst>
          </a:custGeom>
          <a:blipFill>
            <a:blip r:embed="rId2"/>
            <a:stretch>
              <a:fillRect t="-991" r="-99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142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4536-9943-0F7C-95E6-A060B67B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17D2B-53C9-DAD4-5483-93013D3E07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Graphic 4">
            <a:extLst>
              <a:ext uri="{FF2B5EF4-FFF2-40B4-BE49-F238E27FC236}">
                <a16:creationId xmlns:a16="http://schemas.microsoft.com/office/drawing/2014/main" id="{5C2D80D0-0263-DDA7-D417-A9EC03ED1E40}"/>
              </a:ext>
            </a:extLst>
          </p:cNvPr>
          <p:cNvSpPr/>
          <p:nvPr/>
        </p:nvSpPr>
        <p:spPr>
          <a:xfrm>
            <a:off x="8641461" y="0"/>
            <a:ext cx="3550539" cy="6858000"/>
          </a:xfrm>
          <a:custGeom>
            <a:avLst/>
            <a:gdLst>
              <a:gd name="connsiteX0" fmla="*/ 1518412 w 3550539"/>
              <a:gd name="connsiteY0" fmla="*/ 0 h 6858000"/>
              <a:gd name="connsiteX1" fmla="*/ 0 w 3550539"/>
              <a:gd name="connsiteY1" fmla="*/ 6858000 h 6858000"/>
              <a:gd name="connsiteX2" fmla="*/ 3550539 w 3550539"/>
              <a:gd name="connsiteY2" fmla="*/ 6858000 h 6858000"/>
              <a:gd name="connsiteX3" fmla="*/ 3550539 w 3550539"/>
              <a:gd name="connsiteY3" fmla="*/ 0 h 6858000"/>
              <a:gd name="connsiteX4" fmla="*/ 1518412 w 355053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0539" h="6858000">
                <a:moveTo>
                  <a:pt x="1518412" y="0"/>
                </a:moveTo>
                <a:lnTo>
                  <a:pt x="0" y="6858000"/>
                </a:lnTo>
                <a:lnTo>
                  <a:pt x="3550539" y="6858000"/>
                </a:lnTo>
                <a:lnTo>
                  <a:pt x="3550539" y="0"/>
                </a:lnTo>
                <a:lnTo>
                  <a:pt x="1518412" y="0"/>
                </a:lnTo>
                <a:close/>
              </a:path>
            </a:pathLst>
          </a:custGeom>
          <a:blipFill>
            <a:blip r:embed="rId2"/>
            <a:stretch>
              <a:fillRect t="-3686" r="-3686"/>
            </a:stretch>
          </a:blipFill>
          <a:ln w="126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6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B491-DFD8-071A-C649-7AECEDEA3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ADC8A-CF3C-06D8-AE46-96FFC71CF9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7A7E44AB-F30C-6419-CE8A-C6EFE142079D}"/>
              </a:ext>
            </a:extLst>
          </p:cNvPr>
          <p:cNvSpPr/>
          <p:nvPr/>
        </p:nvSpPr>
        <p:spPr>
          <a:xfrm>
            <a:off x="8641461" y="0"/>
            <a:ext cx="3550539" cy="6858000"/>
          </a:xfrm>
          <a:custGeom>
            <a:avLst/>
            <a:gdLst>
              <a:gd name="connsiteX0" fmla="*/ 1518412 w 3550539"/>
              <a:gd name="connsiteY0" fmla="*/ 0 h 6858000"/>
              <a:gd name="connsiteX1" fmla="*/ 0 w 3550539"/>
              <a:gd name="connsiteY1" fmla="*/ 6858000 h 6858000"/>
              <a:gd name="connsiteX2" fmla="*/ 3550539 w 3550539"/>
              <a:gd name="connsiteY2" fmla="*/ 6858000 h 6858000"/>
              <a:gd name="connsiteX3" fmla="*/ 3550539 w 3550539"/>
              <a:gd name="connsiteY3" fmla="*/ 0 h 6858000"/>
              <a:gd name="connsiteX4" fmla="*/ 1518412 w 355053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0539" h="6858000">
                <a:moveTo>
                  <a:pt x="1518412" y="0"/>
                </a:moveTo>
                <a:lnTo>
                  <a:pt x="0" y="6858000"/>
                </a:lnTo>
                <a:lnTo>
                  <a:pt x="3550539" y="6858000"/>
                </a:lnTo>
                <a:lnTo>
                  <a:pt x="3550539" y="0"/>
                </a:lnTo>
                <a:lnTo>
                  <a:pt x="1518412" y="0"/>
                </a:lnTo>
                <a:close/>
              </a:path>
            </a:pathLst>
          </a:custGeom>
          <a:blipFill>
            <a:blip r:embed="rId2"/>
            <a:stretch>
              <a:fillRect t="-3686" r="-3686"/>
            </a:stretch>
          </a:blipFill>
          <a:ln w="126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A63B-EFDE-D7A1-2721-0B44E1FF4D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8D4E9-C2D8-0C0C-8750-2CFA6E11B8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FBC80C17-A5F6-B706-36E1-1F852B0D1496}"/>
              </a:ext>
            </a:extLst>
          </p:cNvPr>
          <p:cNvSpPr/>
          <p:nvPr/>
        </p:nvSpPr>
        <p:spPr>
          <a:xfrm>
            <a:off x="8641461" y="0"/>
            <a:ext cx="3550539" cy="6858000"/>
          </a:xfrm>
          <a:custGeom>
            <a:avLst/>
            <a:gdLst>
              <a:gd name="connsiteX0" fmla="*/ 1518412 w 3550539"/>
              <a:gd name="connsiteY0" fmla="*/ 0 h 6858000"/>
              <a:gd name="connsiteX1" fmla="*/ 0 w 3550539"/>
              <a:gd name="connsiteY1" fmla="*/ 6858000 h 6858000"/>
              <a:gd name="connsiteX2" fmla="*/ 3550539 w 3550539"/>
              <a:gd name="connsiteY2" fmla="*/ 6858000 h 6858000"/>
              <a:gd name="connsiteX3" fmla="*/ 3550539 w 3550539"/>
              <a:gd name="connsiteY3" fmla="*/ 0 h 6858000"/>
              <a:gd name="connsiteX4" fmla="*/ 1518412 w 355053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0539" h="6858000">
                <a:moveTo>
                  <a:pt x="1518412" y="0"/>
                </a:moveTo>
                <a:lnTo>
                  <a:pt x="0" y="6858000"/>
                </a:lnTo>
                <a:lnTo>
                  <a:pt x="3550539" y="6858000"/>
                </a:lnTo>
                <a:lnTo>
                  <a:pt x="3550539" y="0"/>
                </a:lnTo>
                <a:lnTo>
                  <a:pt x="1518412" y="0"/>
                </a:lnTo>
                <a:close/>
              </a:path>
            </a:pathLst>
          </a:custGeom>
          <a:blipFill>
            <a:blip r:embed="rId2"/>
            <a:stretch>
              <a:fillRect t="-3686" r="-3686"/>
            </a:stretch>
          </a:blipFill>
          <a:ln w="126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0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A003-092F-63BB-42D9-C9E433456A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08AEE-1030-8A60-C957-A3521971E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7E4A37B-B691-FAFE-B2A3-346EF923E6DA}"/>
              </a:ext>
            </a:extLst>
          </p:cNvPr>
          <p:cNvSpPr/>
          <p:nvPr/>
        </p:nvSpPr>
        <p:spPr>
          <a:xfrm>
            <a:off x="8641461" y="0"/>
            <a:ext cx="3550539" cy="6858000"/>
          </a:xfrm>
          <a:custGeom>
            <a:avLst/>
            <a:gdLst>
              <a:gd name="connsiteX0" fmla="*/ 1518412 w 3550539"/>
              <a:gd name="connsiteY0" fmla="*/ 0 h 6858000"/>
              <a:gd name="connsiteX1" fmla="*/ 0 w 3550539"/>
              <a:gd name="connsiteY1" fmla="*/ 6858000 h 6858000"/>
              <a:gd name="connsiteX2" fmla="*/ 3550539 w 3550539"/>
              <a:gd name="connsiteY2" fmla="*/ 6858000 h 6858000"/>
              <a:gd name="connsiteX3" fmla="*/ 3550539 w 3550539"/>
              <a:gd name="connsiteY3" fmla="*/ 0 h 6858000"/>
              <a:gd name="connsiteX4" fmla="*/ 1518412 w 355053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0539" h="6858000">
                <a:moveTo>
                  <a:pt x="1518412" y="0"/>
                </a:moveTo>
                <a:lnTo>
                  <a:pt x="0" y="6858000"/>
                </a:lnTo>
                <a:lnTo>
                  <a:pt x="3550539" y="6858000"/>
                </a:lnTo>
                <a:lnTo>
                  <a:pt x="3550539" y="0"/>
                </a:lnTo>
                <a:lnTo>
                  <a:pt x="1518412" y="0"/>
                </a:lnTo>
                <a:close/>
              </a:path>
            </a:pathLst>
          </a:custGeom>
          <a:blipFill>
            <a:blip r:embed="rId2"/>
            <a:stretch>
              <a:fillRect t="-3686" r="-3686"/>
            </a:stretch>
          </a:blipFill>
          <a:ln w="126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29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D5270-D947-1C47-4AC9-75F88BE75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0C6C3-A322-97F3-6136-133020A895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74E6D-EF21-82FD-707E-723F0CAA16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7D6C531-D218-2339-7914-99245C630A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007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3995-CE1E-D02B-02B6-3D6D2A2B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EE8AC-4D46-D11B-5F64-FCE97779BD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B6C-62A2-C9CF-82D8-306911374E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F80041-A003-C053-1AF5-34A09968E1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48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BEF1-A934-47BC-45AB-B46D6B80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24B39-5509-485B-291D-7E0484383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10F8D-DFD2-D3CD-7573-DF9A853C16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8A1720-D7C5-5B55-1E97-60B32CD087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498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>
            <a:extLst>
              <a:ext uri="{FF2B5EF4-FFF2-40B4-BE49-F238E27FC236}">
                <a16:creationId xmlns:a16="http://schemas.microsoft.com/office/drawing/2014/main" id="{2EAB1CCA-ED13-AC98-59B8-ABEA83725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AA7CCD16-8405-D473-3320-9AE49E11A6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AA70333F-44C6-B71C-4A84-AE7DE5F2D3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9A9CB59C-BBCD-A23E-E4AA-4315666AC6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21465" y="2005013"/>
            <a:ext cx="3312000" cy="1980000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45D81F28-82A6-4EE8-0A57-35AEB0521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" name="Picture Placeholder 60" descr="Tick with solid fill">
            <a:extLst>
              <a:ext uri="{FF2B5EF4-FFF2-40B4-BE49-F238E27FC236}">
                <a16:creationId xmlns:a16="http://schemas.microsoft.com/office/drawing/2014/main" id="{B29EE498-B051-0A54-E585-615257760FB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485366" y="2005013"/>
            <a:ext cx="540000" cy="540000"/>
          </a:xfrm>
        </p:spPr>
      </p:pic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9C54B723-CFEC-0F06-8CB7-156D1E2208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87DE09BD-299F-31E5-E9F3-A0044575D2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AEDB8E42-9727-0A34-72A5-7E62772A96A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42462068-6D98-4C09-C5D5-39EE0698E9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9A90DC69-DF91-D553-E6DD-12D0FA83F84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9D3A427-B597-4678-F5BD-C38C9E9EC8E3}"/>
              </a:ext>
            </a:extLst>
          </p:cNvPr>
          <p:cNvSpPr txBox="1"/>
          <p:nvPr/>
        </p:nvSpPr>
        <p:spPr>
          <a:xfrm>
            <a:off x="12368212" y="0"/>
            <a:ext cx="2028825" cy="17485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>
            <a:spAutoFit/>
          </a:bodyPr>
          <a:lstStyle/>
          <a:p>
            <a:pPr marL="0" indent="0">
              <a:buNone/>
            </a:pPr>
            <a:r>
              <a:rPr lang="en-GB" dirty="0"/>
              <a:t>To add an icon: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Select the icon box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Click Insert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Click Icon</a:t>
            </a:r>
          </a:p>
        </p:txBody>
      </p:sp>
    </p:spTree>
    <p:extLst>
      <p:ext uri="{BB962C8B-B14F-4D97-AF65-F5344CB8AC3E}">
        <p14:creationId xmlns:p14="http://schemas.microsoft.com/office/powerpoint/2010/main" val="1585443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D5C27-07D4-4E9E-611E-0E2006B5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B9B0B-003E-36A1-1F73-B039B7AA23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6F051-6896-4274-D776-698E33DEE7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C4395F-6D56-854D-4F18-5F71DCCDB5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1CAFB1-8FA4-09DF-29AC-63AEA1BBB3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D035AB6-99B5-6E64-E311-3B9785B6C8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B4CCD6-414E-997D-3940-7436552BF2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32595B5-751F-2333-E34D-D6AD5D14A7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3CFCAE-0266-F05D-7A31-6BF310BC0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B40A2D-2EB0-36C7-0040-E361EC7C4EA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247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est of England Mayoral Combined Authority 1">
      <a:dk1>
        <a:srgbClr val="1F1F1F"/>
      </a:dk1>
      <a:lt1>
        <a:srgbClr val="FEFFFF"/>
      </a:lt1>
      <a:dk2>
        <a:srgbClr val="40A832"/>
      </a:dk2>
      <a:lt2>
        <a:srgbClr val="007D00"/>
      </a:lt2>
      <a:accent1>
        <a:srgbClr val="1D4F2B"/>
      </a:accent1>
      <a:accent2>
        <a:srgbClr val="590075"/>
      </a:accent2>
      <a:accent3>
        <a:srgbClr val="196B24"/>
      </a:accent3>
      <a:accent4>
        <a:srgbClr val="CE132C"/>
      </a:accent4>
      <a:accent5>
        <a:srgbClr val="9C66AB"/>
      </a:accent5>
      <a:accent6>
        <a:srgbClr val="ED8073"/>
      </a:accent6>
      <a:hlink>
        <a:srgbClr val="8FCC87"/>
      </a:hlink>
      <a:folHlink>
        <a:srgbClr val="A6A6A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rporate powerpoint template_2026" id="{7E1E8292-CE3D-43FC-9A73-15BC76F0B17C}" vid="{6264E209-B70F-404D-9D54-A1C09DA6EF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DC8450A5485444B82CF9E6C145F788" ma:contentTypeVersion="14" ma:contentTypeDescription="Create a new document." ma:contentTypeScope="" ma:versionID="3c6ff98456874773a176ae8cf65522f8">
  <xsd:schema xmlns:xsd="http://www.w3.org/2001/XMLSchema" xmlns:xs="http://www.w3.org/2001/XMLSchema" xmlns:p="http://schemas.microsoft.com/office/2006/metadata/properties" xmlns:ns2="31cf418c-daed-469f-a2c9-3f7d2f55de61" xmlns:ns3="7c3e0f48-4f83-46cd-97b0-d1a5bf825da5" targetNamespace="http://schemas.microsoft.com/office/2006/metadata/properties" ma:root="true" ma:fieldsID="b9489822a82a9be599c8dbe110cabf6a" ns2:_="" ns3:_="">
    <xsd:import namespace="31cf418c-daed-469f-a2c9-3f7d2f55de61"/>
    <xsd:import namespace="7c3e0f48-4f83-46cd-97b0-d1a5bf825d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Audience" minOccurs="0"/>
                <xsd:element ref="ns2:Owner" minOccurs="0"/>
                <xsd:element ref="ns2:Policy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cf418c-daed-469f-a2c9-3f7d2f55de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fc3c99c-be24-4810-9e61-24813d7dc9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Audience" ma:index="19" nillable="true" ma:displayName="Audience" ma:format="Dropdown" ma:internalName="Audience">
      <xsd:simpleType>
        <xsd:restriction base="dms:Text">
          <xsd:maxLength value="255"/>
        </xsd:restriction>
      </xsd:simpleType>
    </xsd:element>
    <xsd:element name="Owner" ma:index="20" nillable="true" ma:displayName="Owner" ma:format="Dropdown" ma:internalName="Owner">
      <xsd:simpleType>
        <xsd:restriction base="dms:Text">
          <xsd:maxLength value="255"/>
        </xsd:restriction>
      </xsd:simpleType>
    </xsd:element>
    <xsd:element name="PolicyType" ma:index="21" nillable="true" ma:displayName="Policy Type" ma:format="Dropdown" ma:internalName="PolicyTyp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e0f48-4f83-46cd-97b0-d1a5bf825da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a2c80fc-3d9a-4439-876c-28c550218119}" ma:internalName="TaxCatchAll" ma:showField="CatchAllData" ma:web="7c3e0f48-4f83-46cd-97b0-d1a5bf825d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1cf418c-daed-469f-a2c9-3f7d2f55de61">
      <Terms xmlns="http://schemas.microsoft.com/office/infopath/2007/PartnerControls"/>
    </lcf76f155ced4ddcb4097134ff3c332f>
    <TaxCatchAll xmlns="7c3e0f48-4f83-46cd-97b0-d1a5bf825da5" xsi:nil="true"/>
    <Owner xmlns="31cf418c-daed-469f-a2c9-3f7d2f55de61" xsi:nil="true"/>
    <Audience xmlns="31cf418c-daed-469f-a2c9-3f7d2f55de61" xsi:nil="true"/>
    <PolicyType xmlns="31cf418c-daed-469f-a2c9-3f7d2f55de61" xsi:nil="true"/>
  </documentManagement>
</p:properties>
</file>

<file path=customXml/itemProps1.xml><?xml version="1.0" encoding="utf-8"?>
<ds:datastoreItem xmlns:ds="http://schemas.openxmlformats.org/officeDocument/2006/customXml" ds:itemID="{4752C676-D77F-47B3-90EC-314FAF9210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cf418c-daed-469f-a2c9-3f7d2f55de61"/>
    <ds:schemaRef ds:uri="7c3e0f48-4f83-46cd-97b0-d1a5bf825d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7161AC-A11A-417E-BD4A-6D9D9F22DD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84E412-B8DE-4897-9A49-1101E7737D7A}">
  <ds:schemaRefs>
    <ds:schemaRef ds:uri="http://schemas.openxmlformats.org/package/2006/metadata/core-properties"/>
    <ds:schemaRef ds:uri="31cf418c-daed-469f-a2c9-3f7d2f55de61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7c3e0f48-4f83-46cd-97b0-d1a5bf825d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Corporate powerpoint template_2026</Template>
  <TotalTime>129</TotalTime>
  <Words>72</Words>
  <Application>Microsoft Office PowerPoint</Application>
  <PresentationFormat>Widescreen</PresentationFormat>
  <Paragraphs>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West of England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Crawshaw</dc:creator>
  <cp:lastModifiedBy>Steve Crawshaw</cp:lastModifiedBy>
  <cp:revision>1</cp:revision>
  <dcterms:created xsi:type="dcterms:W3CDTF">2026-09-24T11:01:34Z</dcterms:created>
  <dcterms:modified xsi:type="dcterms:W3CDTF">2026-09-24T13:10:56Z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0x010100D9DC8450A5485444B82CF9E6C145F788</vt:lpwstr>
  </property>
  <property fmtid="{D5CDD505-2E9C-101B-9397-08002B2CF9AE}" pid="3" name="MediaServiceImageTags">
    <vt:lpwstr/>
  </property>
</Properties>
</file>